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Lat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ff44866446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ff4486644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ff44866446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ff44866446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ff44866446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ff44866446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ff44866446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ff44866446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ff44866446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ff44866446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10d33c1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410d33c1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ff44866446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ff44866446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ff44866446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ff44866446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ff44866446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ff44866446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ff44866446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ff44866446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ff44866446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ff44866446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ff44866446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ff44866446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ff44866446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ff44866446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8: Using Media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 423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we mean by media?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this context, media means images, audio, or videos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Some of the </a:t>
            </a:r>
            <a:r>
              <a:rPr lang="en"/>
              <a:t>recipes</a:t>
            </a:r>
            <a:r>
              <a:rPr lang="en"/>
              <a:t> from the book that we’ve looked at have used small images as icons from an assets folder within the project folder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are talking about bigger images here, possibly on the file system from other apps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Like the camera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Obviously, not all apps need sound, large images, or videos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But many bigger apps do have these in them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Here we are going to look at how both Android and iOS handle media loading and playing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Next time we will look at the code for how to make it happen in react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 on Android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and Permissions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Android provides two basic classes for playing media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AudioAttributes- This manages audio sources and audio output only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MediaManager - This class provides the primary API for playing sounds or video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Basically, use AudioAttributes to set up your sound settings and MediaManager for actually playing the media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will also probably want two permissions in the manifest file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Internet Permission - If you are loading or streaming your media from the internet, you need to </a:t>
            </a:r>
            <a:r>
              <a:rPr lang="en"/>
              <a:t>request</a:t>
            </a:r>
            <a:r>
              <a:rPr lang="en"/>
              <a:t> network access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Wake Lock Permission - This will allow you to prevent the screen from locking or dimming while the media is playing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 User may well not interact with their phone much while the media is playing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Asynchronous Playing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will pretty much always want to use an </a:t>
            </a:r>
            <a:r>
              <a:rPr lang="en"/>
              <a:t>asynchronous</a:t>
            </a:r>
            <a:r>
              <a:rPr lang="en"/>
              <a:t> process to load a media file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As you’ll see next time, the react component requires asynchronous use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Like many things with asynchronous processes, we do this because we cannot be sure how long it will take to load the media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is particularly important when streaming data from the web, but still applies when loading media from the local system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MediaManager has a </a:t>
            </a:r>
            <a:r>
              <a:rPr i="1" lang="en"/>
              <a:t>prepare</a:t>
            </a:r>
            <a:r>
              <a:rPr lang="en"/>
              <a:t> method you can call to start buffering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then call start to </a:t>
            </a:r>
            <a:r>
              <a:rPr lang="en"/>
              <a:t>actually</a:t>
            </a:r>
            <a:r>
              <a:rPr lang="en"/>
              <a:t> start playing the media when it is loaded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should kick off prepare as soon as possible and put start behind a flag that is set by a callback when the async process completes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Example</a:t>
            </a:r>
            <a:endParaRPr/>
          </a:p>
        </p:txBody>
      </p:sp>
      <p:pic>
        <p:nvPicPr>
          <p:cNvPr id="164" name="Google Shape;16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7850"/>
            <a:ext cx="8839200" cy="3311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Local Example</a:t>
            </a:r>
            <a:endParaRPr/>
          </a:p>
        </p:txBody>
      </p:sp>
      <p:pic>
        <p:nvPicPr>
          <p:cNvPr id="170" name="Google Shape;17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47400"/>
            <a:ext cx="9144000" cy="848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 on iOS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iOS API</a:t>
            </a:r>
            <a:endParaRPr/>
          </a:p>
        </p:txBody>
      </p:sp>
      <p:sp>
        <p:nvSpPr>
          <p:cNvPr id="181" name="Google Shape;181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iOS has a single class for managing media called </a:t>
            </a:r>
            <a:r>
              <a:rPr i="1" lang="en"/>
              <a:t>AVFoundation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does a lot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Import/Export of Assets, Playback, Capture, Editing, and even Speech Synthesis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We’re mostly concerned with how it handles media playback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order to setup the audio session you need to start with the </a:t>
            </a:r>
            <a:r>
              <a:rPr i="1" lang="en"/>
              <a:t>didFinishLaunchingWithOptions</a:t>
            </a:r>
            <a:r>
              <a:rPr lang="en"/>
              <a:t> app lifecycle method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From here you can retrieve the shared instance of the audio session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With this session you can set the session category to to playback and the mode to moviePlayback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then just need to implement the playback behavior yourself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Configuring the Audio Session</a:t>
            </a:r>
            <a:endParaRPr/>
          </a:p>
        </p:txBody>
      </p:sp>
      <p:pic>
        <p:nvPicPr>
          <p:cNvPr id="187" name="Google Shape;18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75" y="1423988"/>
            <a:ext cx="8096250" cy="22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the Playback</a:t>
            </a:r>
            <a:endParaRPr/>
          </a:p>
        </p:txBody>
      </p:sp>
      <p:pic>
        <p:nvPicPr>
          <p:cNvPr id="193" name="Google Shape;19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550" y="1307850"/>
            <a:ext cx="7962900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Thoughts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Wrapping Up</a:t>
            </a:r>
            <a:endParaRPr/>
          </a:p>
        </p:txBody>
      </p:sp>
      <p:sp>
        <p:nvSpPr>
          <p:cNvPr id="204" name="Google Shape;204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Fortunately, react provides us a way to do media on both platforms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We will have to </a:t>
            </a:r>
            <a:r>
              <a:rPr lang="en"/>
              <a:t>supply</a:t>
            </a:r>
            <a:r>
              <a:rPr lang="en"/>
              <a:t> a few platform specific flags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Both platforms have interrupt options to prevent apps fighting over audio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Options include: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DoNotMix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DuckOthers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MixWithOthers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iOS only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Again, design your apps to load media asynchronously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Using Media</a:t>
            </a:r>
            <a:endParaRPr/>
          </a:p>
        </p:txBody>
      </p:sp>
      <p:sp>
        <p:nvSpPr>
          <p:cNvPr id="210" name="Google Shape;210;p26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time - Building a Media Player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