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Montserrat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a60571746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a60571746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a6057174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5a6057174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5a6057174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5a6057174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5a60571746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5a60571746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5a60571746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5a6057174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5a60571746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5a60571746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5a60571746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5a60571746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5a60571746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5a60571746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5a60571746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5a60571746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5a60571746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5a60571746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5a60571746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5a60571746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5a60571746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5a60571746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5a60571746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5a60571746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5a60571746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5a60571746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5a60571746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5a60571746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5a60571746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5a60571746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5a60571746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5a60571746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5a60571746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5a60571746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5a60571746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5a60571746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5a60571746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5a60571746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8: Making Media Happen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Image Carousel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an Image Carousel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One of the many ways to display images is with an image carousel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carousel has several images in it and the User slides side to side between them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primary reason to use one is to allow the User to scroll through several images quickly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allows you to use most or all of the View to show the image in focus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also gives you a compact way to handle multiple images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are many different implementations of a carousel in react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one we’ll be focusing on is a package called react-native-snap-carousel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is one of the more stable and versatile options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the Carousel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carousel requires a layoutType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Default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Stack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Tinder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Render only needs to render the carousel itself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book example has a set of controls that adjust the layout of the carousel but this is not needed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carousel itself decides the layout and size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What’s key is how it renders each item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can simply be a View with an image component in it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Setup</a:t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6550" y="1307850"/>
            <a:ext cx="2460800" cy="377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Render Itself</a:t>
            </a:r>
            <a:endParaRPr/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1075" y="1307850"/>
            <a:ext cx="4961850" cy="332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Quick Look at Rendering the Controls</a:t>
            </a:r>
            <a:endParaRPr/>
          </a:p>
        </p:txBody>
      </p:sp>
      <p:pic>
        <p:nvPicPr>
          <p:cNvPr id="170" name="Google Shape;17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38" y="1307850"/>
            <a:ext cx="3918525" cy="37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Rendering the Carousel</a:t>
            </a:r>
            <a:endParaRPr/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6050" y="1307850"/>
            <a:ext cx="2891896" cy="38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Actually Rendering an Individual Item</a:t>
            </a:r>
            <a:endParaRPr/>
          </a:p>
        </p:txBody>
      </p:sp>
      <p:pic>
        <p:nvPicPr>
          <p:cNvPr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438" y="1307850"/>
            <a:ext cx="6985126" cy="324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Playing Audio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an Audio Player</a:t>
            </a:r>
            <a:endParaRPr/>
          </a:p>
        </p:txBody>
      </p:sp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Fortunately, we don’t have to worry about doing anything platform specific…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… except for a few flags when we set up our audio player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still takes a lot less work than it used to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With the carousel, we skipped doing things asynchronously, but this time we’ll do it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Audio will take longer to load!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Our first step here will be to set up our Audio settings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should do this in our componentDidMount hook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let’s us kick off the async process to load the audio right away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So, let’s </a:t>
            </a:r>
            <a:r>
              <a:rPr lang="en"/>
              <a:t>set up</a:t>
            </a:r>
            <a:r>
              <a:rPr lang="en"/>
              <a:t> our audio settings and start loading the audio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Look at the Setup</a:t>
            </a:r>
            <a:endParaRPr/>
          </a:p>
        </p:txBody>
      </p:sp>
      <p:pic>
        <p:nvPicPr>
          <p:cNvPr id="199" name="Google Shape;19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363" y="1307850"/>
            <a:ext cx="7131274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a Quick Look at State</a:t>
            </a:r>
            <a:endParaRPr/>
          </a:p>
        </p:txBody>
      </p:sp>
      <p:pic>
        <p:nvPicPr>
          <p:cNvPr id="205" name="Google Shape;20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38" y="1307850"/>
            <a:ext cx="3918525" cy="31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Let’s Look At Our Hook Set Up</a:t>
            </a:r>
            <a:endParaRPr/>
          </a:p>
        </p:txBody>
      </p:sp>
      <p:pic>
        <p:nvPicPr>
          <p:cNvPr id="211" name="Google Shape;2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750" y="1307850"/>
            <a:ext cx="7404400" cy="340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We Load the Audio</a:t>
            </a:r>
            <a:endParaRPr/>
          </a:p>
        </p:txBody>
      </p:sp>
      <p:pic>
        <p:nvPicPr>
          <p:cNvPr id="217" name="Google Shape;21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6388" y="1307850"/>
            <a:ext cx="4081125" cy="377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Look At Status Update</a:t>
            </a:r>
            <a:endParaRPr/>
          </a:p>
        </p:txBody>
      </p:sp>
      <p:pic>
        <p:nvPicPr>
          <p:cNvPr id="223" name="Google Shape;2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9600" y="1610125"/>
            <a:ext cx="4764800" cy="192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Left to do?</a:t>
            </a:r>
            <a:endParaRPr/>
          </a:p>
        </p:txBody>
      </p:sp>
      <p:sp>
        <p:nvSpPr>
          <p:cNvPr id="229" name="Google Shape;229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Well, we need to actually play the sound!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Render itself does not do a whole lot here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Based on this book example, it provides all of the control options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Play, Pause, Next, etc.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Mainly though, it calls other functions to kick off loading another song or starting and stopping the playing through the onPress properties on buttons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Render Itself</a:t>
            </a:r>
            <a:endParaRPr/>
          </a:p>
        </p:txBody>
      </p:sp>
      <p:pic>
        <p:nvPicPr>
          <p:cNvPr id="235" name="Google Shape;23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6263" y="836900"/>
            <a:ext cx="3571476" cy="430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Loading New Tracks</a:t>
            </a:r>
            <a:endParaRPr/>
          </a:p>
        </p:txBody>
      </p:sp>
      <p:pic>
        <p:nvPicPr>
          <p:cNvPr id="241" name="Google Shape;24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450" y="1307850"/>
            <a:ext cx="8589101" cy="296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Playing and Pausing</a:t>
            </a:r>
            <a:endParaRPr/>
          </a:p>
        </p:txBody>
      </p:sp>
      <p:pic>
        <p:nvPicPr>
          <p:cNvPr id="247" name="Google Shape;24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50" y="1539438"/>
            <a:ext cx="8489500" cy="206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Making Media Happen</a:t>
            </a:r>
            <a:endParaRPr/>
          </a:p>
        </p:txBody>
      </p:sp>
      <p:sp>
        <p:nvSpPr>
          <p:cNvPr id="253" name="Google Shape;253;p3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it for Module 8!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