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6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52351984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52351984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5523519841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552351984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552351984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552351984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5523519841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5523519841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5523519841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5523519841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5523519841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5523519841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5523519841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5523519841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5523519841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5523519841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5523519841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5523519841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5523519841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5523519841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5523519841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5523519841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5523519841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5523519841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2961bf46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2961bf46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5523519841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5523519841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5523519841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5523519841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3: UI Buttons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Discussion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you remember something we discussed previously is that the UI is more important in mobile apps than most </a:t>
            </a:r>
            <a:r>
              <a:rPr lang="en"/>
              <a:t>regular</a:t>
            </a:r>
            <a:r>
              <a:rPr lang="en"/>
              <a:t> applications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Again, this is because the User has a much more limited number of ways to interface with your app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No mouse or keyboard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makes it important that we communicate effectively with the User as to what their options are in a given situation or context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need ways to allow both for User interaction and to clearly organize the View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We’ll start with styles as a way to format elements in the View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We’ll also look at buttons as a way of interacting (beyond the TabNavigation used last time)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Styles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Styles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You’ve likely already seen styles come up in some of the recipes you’ve used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These provide a set of rules for react to follow for how a given element should be rendered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are a lot of elements, but text and containers are the most commonly used ones for making View layouts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Expo provides a helper library for making custom fonts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It used to be very difficult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create a style by using the StyleSheet.create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allows us to define a map of properties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Each key is a style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Under each key, we will store our values for each property we wish to override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Then, in render, when we create an element, we pass the style we want as a property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Style Set</a:t>
            </a:r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6775" y="1284488"/>
            <a:ext cx="2685225" cy="31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412025"/>
            <a:ext cx="2685225" cy="289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Styles Within Render</a:t>
            </a:r>
            <a:endParaRPr/>
          </a:p>
        </p:txBody>
      </p:sp>
      <p:pic>
        <p:nvPicPr>
          <p:cNvPr id="165" name="Google Shape;16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5088" y="1422425"/>
            <a:ext cx="5653825" cy="229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Result</a:t>
            </a:r>
            <a:endParaRPr/>
          </a:p>
        </p:txBody>
      </p:sp>
      <p:pic>
        <p:nvPicPr>
          <p:cNvPr id="171" name="Google Shape;1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4288" y="1307850"/>
            <a:ext cx="1845320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Styles Wrap Up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There’s really not that much more to say about styles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They provide a lot of flexibility in how you want your elements to look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style is inherited by any child components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For your assignments, I am going to largely leave the details of appearance up to you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It’s your app, it should look how you want it to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Feel free to experiment with styles and find what you like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And unless something is needed for the assignment, you can stick with the default styling to most elements most of the time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Colors and font size are probably the most important properties that you’ll want to change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Buttons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Buttons</a:t>
            </a:r>
            <a:endParaRPr/>
          </a:p>
        </p:txBody>
      </p:sp>
      <p:sp>
        <p:nvSpPr>
          <p:cNvPr id="188" name="Google Shape;188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you’ve ever worked with buttons before, this setup should be familiar to you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other libraries, such as JavaFX, we set up a listener method that is called when the button is pressed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Buttons here work on a similar idea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Each button has an onPress property where you can define a function to be called when the button is pressed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type of system is called a callback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then place the logic for how to respond to the button being pressed in that callback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render function for the button itself returns a TouchableOpacity, where you set the onPress property to be that callback function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TouchableOpacity</a:t>
            </a:r>
            <a:endParaRPr/>
          </a:p>
        </p:txBody>
      </p:sp>
      <p:pic>
        <p:nvPicPr>
          <p:cNvPr id="194" name="Google Shape;19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6313" y="1307850"/>
            <a:ext cx="5371375" cy="29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Button</a:t>
            </a:r>
            <a:endParaRPr/>
          </a:p>
        </p:txBody>
      </p:sp>
      <p:pic>
        <p:nvPicPr>
          <p:cNvPr id="200" name="Google Shape;20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813" y="1307850"/>
            <a:ext cx="3494375" cy="36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Callback Function</a:t>
            </a:r>
            <a:endParaRPr/>
          </a:p>
        </p:txBody>
      </p:sp>
      <p:pic>
        <p:nvPicPr>
          <p:cNvPr id="206" name="Google Shape;20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638" y="1722263"/>
            <a:ext cx="8542725" cy="169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Second Complete Example</a:t>
            </a:r>
            <a:endParaRPr/>
          </a:p>
        </p:txBody>
      </p:sp>
      <p:pic>
        <p:nvPicPr>
          <p:cNvPr id="212" name="Google Shape;21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1900" y="937800"/>
            <a:ext cx="5540199" cy="416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6"/>
          <p:cNvSpPr txBox="1"/>
          <p:nvPr/>
        </p:nvSpPr>
        <p:spPr>
          <a:xfrm>
            <a:off x="96375" y="4763075"/>
            <a:ext cx="17055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https://reactnative.dev/docs/button</a:t>
            </a:r>
            <a:endParaRPr sz="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Wrapping Up Buttons</a:t>
            </a:r>
            <a:endParaRPr/>
          </a:p>
        </p:txBody>
      </p:sp>
      <p:sp>
        <p:nvSpPr>
          <p:cNvPr id="219" name="Google Shape;219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Buttons are an obvious way to both direct the User and to get input from them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Since they call a function when they’re activated, you can have the button do essentially anything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Buttons are booleans, they can only call one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you have multiple things the User can do, you will need to provide multiple buttons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Think carefully about space and presentation, but otherwise there is no actual limit on how many buttons you can display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Part 1</a:t>
            </a:r>
            <a:endParaRPr/>
          </a:p>
        </p:txBody>
      </p:sp>
      <p:sp>
        <p:nvSpPr>
          <p:cNvPr id="225" name="Google Shape;225;p28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 - Lists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