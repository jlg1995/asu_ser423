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522dc02c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522dc02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522dc02c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522dc02c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522dc02c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522dc02c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522dc02c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522dc02c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522dc02c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522dc02c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522dc02c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522dc02c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522dc02c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522dc02c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522dc02c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522dc02c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9894623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9894623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98946231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298946231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5522dc02cb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5522dc02c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5522dc02c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5522dc02c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3: List Views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Displaying Items in a List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Lists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Being able to display items in a list has an obvious advantage when it comes to organizing a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obvious benefit is being able to present several items in a clean manner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you can also add more items to a list than can actually be displayed at once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define a size for this list (which itself can only be as big as the screen on the device)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there are more rows in your list than can be displayed, the User can scroll the list to view the other items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number of items can change which type of list you choose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ScrollView renders all items at once, even those not displayed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FlatList uses a lazy loading technique to only render items being displayed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many types of lists, but we’ll focus on just regular ListView which is a middle ground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Introduction to JSON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JSON is something you may have heard of before, and might have worked with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JavaScript Object Notation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format is actually how a lot of data gets passed around on the web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We’ll use JSON at multiple points throughout the course, and here we’ll make one of our first uses of it in order to store data to pull from for our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JSON is essentially formatted like a big map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define some number of objects, each of which is a string key for a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values are usually either numbers, or strings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idea is that they can be easily converted to an appropriate type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 Example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238" y="1307850"/>
            <a:ext cx="3957525" cy="34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ListView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ListView to work we need a few things set first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First, we need what we’re going to display in the rows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Done in the previous JSON in this case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need to create a data source 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That object needs a rowHasChanged property, which is a function for comparing the rows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call cloneWithRows on this object to fill the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write a renderRow method to render the JSX code for items in the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we write our render method which contains a ListView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ListView takes a dataSource and a renderRow function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List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013" y="2041400"/>
            <a:ext cx="4917975" cy="31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3025" y="1307850"/>
            <a:ext cx="4917950" cy="57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Render Function</a:t>
            </a: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263" y="1307850"/>
            <a:ext cx="4937475" cy="34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RenderRow Function</a:t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725" y="1307850"/>
            <a:ext cx="4636561" cy="36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FlatList Example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925" y="887075"/>
            <a:ext cx="4296150" cy="41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SectionList Example</a:t>
            </a:r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062" y="895925"/>
            <a:ext cx="2875875" cy="424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Up Lists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Lists might seem a bit confusing to set up, but they give you a nice way to present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 mindful of memory when setting up your 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ListView is not as </a:t>
            </a:r>
            <a:r>
              <a:rPr lang="en"/>
              <a:t>efficient</a:t>
            </a:r>
            <a:r>
              <a:rPr lang="en"/>
              <a:t> as FlatList, but still doesn’t render everything like ScrollView does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JSON approach for storing data is not required but is probably easier than building some sort of class or 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cloneWithRows needs a array of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 careful if your list involves data retrieved remotely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will talk about this in detail in a later module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For now, know that you will want to use the componentDidMount lifecycle hook to ensure that the UI does not hang waiting for the data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List Views</a:t>
            </a:r>
            <a:endParaRPr/>
          </a:p>
        </p:txBody>
      </p:sp>
      <p:sp>
        <p:nvSpPr>
          <p:cNvPr id="207" name="Google Shape;207;p2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