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ec82a2dd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ec82a2dd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ec82a2dd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fec82a2dd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ec82a2dd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fec82a2dd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ec82a2dd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ec82a2dd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fec82a2dd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fec82a2dd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ec82a2dd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fec82a2dd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ec82a2dd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ec82a2dd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ec82a2dd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ec82a2dd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fec82a2dd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fec82a2dd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ec82a2dd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ec82a2dd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fec82a2dd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fec82a2dd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fec82a2dd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fec82a2dd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4: External Links and Embedded Pages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apps, we often want to display external content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can be either displaying content from a webpage or actually linking the User directly to one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Common use examples would be: account creation, terms and conditions, help and support, extra documentation, etc.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have ways to do either of these in our apps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topic is a precursor to what we will talk about in the next Module, which is getting data remotely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We’ll start with the simpler task of getting directly to webpages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Sites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WebView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a type of View called WebView which we can give a URL to display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has a source property which we set as the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treat it like any other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now, we can assume the URLs will be static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may eventually want to fetch dynamic URLs while the app is running but again the next module will give you ways to do that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Since we’re using static URLs, we can just create an array of them and store it in state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Of course, if you only have one URL then no array is needed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example from the book uses StackNavigator to switch between a View with a list of buttons and a single WebView displaying the chosen URL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won’t dive into that part of the example in this, but I encourage you to on your own if you’re curious about StackNavigator as it is a nice way of moving between Views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Declaring the Links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963" y="1138475"/>
            <a:ext cx="3745981" cy="400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WebView Itself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925" y="1307850"/>
            <a:ext cx="5576150" cy="33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to External Sites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External Links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Sometimes a WebView may not be enough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particular, if the User will need to navigate around multiple pages on the site it can become difficult to use WebView for this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may be better to instead link the User to the website directly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Rather than loading it up within your app, have the device browser open it up for you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then gives the User the typical browsing experience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User will then return to the app on their own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Also, we can use the same </a:t>
            </a:r>
            <a:r>
              <a:rPr lang="en"/>
              <a:t>technique</a:t>
            </a:r>
            <a:r>
              <a:rPr lang="en"/>
              <a:t> to not only open web pages, but also other apps on the device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example, you could have a button that says “Contact Us” that opens the email app on the device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Linking Library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native provides us with a library called Linking which we can use for this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before, we can create an array of links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difference this time is that the URL field will have a protocol in front of it if it is not a regular web page link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</a:t>
            </a:r>
            <a:r>
              <a:rPr lang="en"/>
              <a:t>e. “mailto:support@gmail.com”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has a library called WebBrowser for opening a page within the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 general use case would be to stick with the Linking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just call Linking.openURL and pass in the URL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works even on those URLs that are not a webpage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Creation</a:t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3400" y="1307850"/>
            <a:ext cx="2797200" cy="365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the Links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925" y="1307850"/>
            <a:ext cx="5576150" cy="32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Link Opening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88" y="1307850"/>
            <a:ext cx="7932424" cy="28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External Links</a:t>
            </a:r>
            <a:endParaRPr/>
          </a:p>
        </p:txBody>
      </p:sp>
      <p:sp>
        <p:nvSpPr>
          <p:cNvPr id="205" name="Google Shape;205;p2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