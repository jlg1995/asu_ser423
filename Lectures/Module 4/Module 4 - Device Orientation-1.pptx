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Montserrat"/>
      <p:regular r:id="rId21"/>
      <p:bold r:id="rId22"/>
      <p:italic r:id="rId23"/>
      <p:boldItalic r:id="rId24"/>
    </p:embeddedFont>
    <p:embeddedFont>
      <p:font typeface="La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Montserrat-bold.fntdata"/><Relationship Id="rId21" Type="http://schemas.openxmlformats.org/officeDocument/2006/relationships/font" Target="fonts/Montserrat-regular.fntdata"/><Relationship Id="rId24" Type="http://schemas.openxmlformats.org/officeDocument/2006/relationships/font" Target="fonts/Montserrat-boldItalic.fntdata"/><Relationship Id="rId23" Type="http://schemas.openxmlformats.org/officeDocument/2006/relationships/font" Target="fonts/Montserrat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.fntdata"/><Relationship Id="rId25" Type="http://schemas.openxmlformats.org/officeDocument/2006/relationships/font" Target="fonts/Lato-regular.fntdata"/><Relationship Id="rId28" Type="http://schemas.openxmlformats.org/officeDocument/2006/relationships/font" Target="fonts/Lato-boldItalic.fntdata"/><Relationship Id="rId27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5aa5e8eb69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5aa5e8eb69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5aa5e8eb69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5aa5e8eb69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5aa5e8eb69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5aa5e8eb69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5aa5e8eb69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5aa5e8eb69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5aa5e8eb69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15aa5e8eb69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5aa5e8eb69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15aa5e8eb69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5aa5e8eb69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15aa5e8eb69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5aa5e8eb69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15aa5e8eb69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5aa5e8eb69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15aa5e8eb69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5aa5e8eb69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15aa5e8eb69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15aa5e8eb69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15aa5e8eb69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15aa5e8eb69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15aa5e8eb69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2b555f5a6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2b555f5a6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15aa5e8eb69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15aa5e8eb69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 4: Device Orientation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 423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Device Orientation Overview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We usually want to change how elements in our View are displayed depending on how the device is oriented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There are two orientations that apps recognize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first is portrait orientation, where the device is held up such that the height of the screen is longer than the width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second is landscape orientation, where the device is held on its side such that the width is longer than the height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Not only does the screen need to rotate when switching between these two options, but we should also consider how things are laid out in our View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We have the same amount of space, but we have to arrange elements differently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Setup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Getting Things Ready</a:t>
            </a:r>
            <a:endParaRPr/>
          </a:p>
        </p:txBody>
      </p:sp>
      <p:sp>
        <p:nvSpPr>
          <p:cNvPr id="152" name="Google Shape;152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React does not have any built in functionality for quickly detecting which orientation that device is currently in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Expo does provide a helper library called Dimensions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library does not tell us the orientation directly, but we can use it to figure it out ourselves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Before we get to our regular scheduled coding, we need to make a change in the app.json file that Expo creates for us when we make a new project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By default, the app will only display in portrait mode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We need to edit this to enable the orientation to change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orientation value will be “portrait”, we need to change it to “default”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Edits to the App.json File</a:t>
            </a:r>
            <a:endParaRPr/>
          </a:p>
        </p:txBody>
      </p:sp>
      <p:pic>
        <p:nvPicPr>
          <p:cNvPr id="158" name="Google Shape;15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6200" y="1307850"/>
            <a:ext cx="4971600" cy="286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Setting Up the Individual Elements</a:t>
            </a:r>
            <a:endParaRPr/>
          </a:p>
        </p:txBody>
      </p:sp>
      <p:sp>
        <p:nvSpPr>
          <p:cNvPr id="169" name="Google Shape;169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Following</a:t>
            </a:r>
            <a:r>
              <a:rPr lang="en"/>
              <a:t> the example from the book, we will create a list of items, so we need to start by designing how the list will look in the different orientations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For this example, the list will only display the titles of the items in the list if the device is in landscape mode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Otherwise, we will only get the icon for each item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For this part, we take the orientation as a parameter, we will figure it out in another place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part is only concerned with reacting to which orientation we have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RenderOption Function</a:t>
            </a:r>
            <a:endParaRPr/>
          </a:p>
        </p:txBody>
      </p:sp>
      <p:pic>
        <p:nvPicPr>
          <p:cNvPr id="175" name="Google Shape;17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2050" y="1307850"/>
            <a:ext cx="5819900" cy="350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Render Function</a:t>
            </a:r>
            <a:endParaRPr/>
          </a:p>
        </p:txBody>
      </p:sp>
      <p:pic>
        <p:nvPicPr>
          <p:cNvPr id="181" name="Google Shape;18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6663" y="1307850"/>
            <a:ext cx="6380575" cy="272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Calculating the Orientation</a:t>
            </a:r>
            <a:endParaRPr/>
          </a:p>
        </p:txBody>
      </p:sp>
      <p:sp>
        <p:nvSpPr>
          <p:cNvPr id="187" name="Google Shape;187;p2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We can use the DImensions library in our own function to figure out the orientation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library can tell us the height and width of the screen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will change when the device is rotated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So: height &gt; width = Portrait, else Landscape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We can then just store this in state for use later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then makes it easy to determine the orientation at launch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However, how do we know if it changes while the app is running?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First, we can use the componentWillMount lifecycle hook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Second, we can set our View to have an onLayout property to call our function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Together these mean that the orientation will be checked every time the component becomes active, and every time it is rendered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Calling the Function</a:t>
            </a:r>
            <a:endParaRPr/>
          </a:p>
        </p:txBody>
      </p:sp>
      <p:pic>
        <p:nvPicPr>
          <p:cNvPr id="193" name="Google Shape;19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0438" y="1307850"/>
            <a:ext cx="3543125" cy="29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Render Looks</a:t>
            </a:r>
            <a:endParaRPr/>
          </a:p>
        </p:txBody>
      </p:sp>
      <p:pic>
        <p:nvPicPr>
          <p:cNvPr id="199" name="Google Shape;19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7088" y="1307850"/>
            <a:ext cx="4649825" cy="343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Actual Function</a:t>
            </a:r>
            <a:endParaRPr/>
          </a:p>
        </p:txBody>
      </p:sp>
      <p:pic>
        <p:nvPicPr>
          <p:cNvPr id="205" name="Google Shape;20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1375" y="1307850"/>
            <a:ext cx="6941250" cy="271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useWindowDimensions Example</a:t>
            </a:r>
            <a:endParaRPr/>
          </a:p>
        </p:txBody>
      </p:sp>
      <p:pic>
        <p:nvPicPr>
          <p:cNvPr id="211" name="Google Shape;21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5375" y="960175"/>
            <a:ext cx="5753250" cy="411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7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 of Device Orientation</a:t>
            </a:r>
            <a:endParaRPr/>
          </a:p>
        </p:txBody>
      </p:sp>
      <p:sp>
        <p:nvSpPr>
          <p:cNvPr id="217" name="Google Shape;217;p27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Time - External Links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