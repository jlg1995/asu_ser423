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900739ed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900739ed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900739ed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900739e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900739ed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900739ed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900739ed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900739ed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900739edd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900739ed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900739ed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900739ed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900739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5900739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900739ed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900739ed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900739edd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900739ed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900739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900739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900739ed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900739ed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900739ed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900739ed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900739ed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5900739ed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5900739ed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5900739ed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7: Storing Data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Things Locally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Storage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common way to store data locally through react is with the AsyncStorage package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Yes, this is local and also asynchronous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While we do not have to wait nearly as long as a network call, this could still take some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AsyncStorage essentially stores your data as a map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means you provide a key and a value to go with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key is the name you use for this particular value, both when storing and </a:t>
            </a:r>
            <a:r>
              <a:rPr lang="en"/>
              <a:t>retrieving</a:t>
            </a:r>
            <a:r>
              <a:rPr lang="en"/>
              <a:t> this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call getItem and pass in a key to get the value stored under that key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the key does not exist, the result is null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order to save information we will need to use setItem, which takes a key as well but also the data that you want stored under that key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Retrieving From Local Storage</a:t>
            </a:r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00" y="1307850"/>
            <a:ext cx="8184000" cy="2853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to Local Storage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075" y="1307850"/>
            <a:ext cx="7077750" cy="31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Storage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Remote Storage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essentially making a remote API call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Loading from storage is a GET request, saving to the storage is a POST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So, what’s new here for us to cover?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Well, how about syncing data </a:t>
            </a:r>
            <a:r>
              <a:rPr lang="en"/>
              <a:t>continuously</a:t>
            </a:r>
            <a:r>
              <a:rPr lang="en"/>
              <a:t>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Essentially, whenever the user makes a change you submit a POST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Where this becomes a problem is what if the network connection drops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that case, we will need to save any changes the User makes and POST them after our connection is restored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Once the connection comes back, if there’s any queued changes, we can POST them then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Syncing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starters, we will need a variable in state to track whether our connection is active or not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use the NetInfo package from react to determine our network state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And we can use our lifecycle hooks to detect this immediately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From that hook, we can also register a callback to be notified when the network status changes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then define a function that does the actual POST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the User makes a change we do one of two things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we have a connection, POST the changes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we don’t, create an object to hold the changes and set a flag to know there’s queued changes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then just set this callback function to call the POST function if there are changes queued when the </a:t>
            </a:r>
            <a:r>
              <a:rPr lang="en"/>
              <a:t>connection</a:t>
            </a:r>
            <a:r>
              <a:rPr lang="en"/>
              <a:t> is restored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State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513" y="1307850"/>
            <a:ext cx="6872975" cy="32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for a Connection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75" y="1644250"/>
            <a:ext cx="8512049" cy="18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Callback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588" y="1307850"/>
            <a:ext cx="6804725" cy="346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Actual POST Function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538" y="1307850"/>
            <a:ext cx="5936925" cy="34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Changes Object for Queueing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113" y="1307850"/>
            <a:ext cx="4147675" cy="35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Look at Render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700" y="1307850"/>
            <a:ext cx="3684500" cy="38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Storing Data</a:t>
            </a:r>
            <a:endParaRPr/>
          </a:p>
        </p:txBody>
      </p:sp>
      <p:sp>
        <p:nvSpPr>
          <p:cNvPr id="217" name="Google Shape;217;p2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it for Module 7!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