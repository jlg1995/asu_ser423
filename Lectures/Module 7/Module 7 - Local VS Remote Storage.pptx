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918642384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918642384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91864238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91864238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91864238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91864238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91864238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91864238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918642384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91864238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91864238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91864238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5918642384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5918642384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591864238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591864238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5918642384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5918642384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5918642384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591864238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7: Local VS Remote Storage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Overview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you want your app to be able to persist any data between separate runs, you will need to make use of storage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Storage is of course writing to a file on a system, and reading it back at some other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Both Android and iOS provide ways for us to store data on the local device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And React of course has an abstraction we can use to store data regardless of which device the app is running 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would be local storage as the data is on the local device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 issue that arises however is that the amount of space available on a device for you to store data is usually very limited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Many apps therefore opt for remote storage, where the data is stored on another device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These days this means the cloud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Which storage type you should use will depend on your app and situation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Storage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Discussing Local Storage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Again, local </a:t>
            </a:r>
            <a:r>
              <a:rPr lang="en"/>
              <a:t>storage is data stored on the current device the app is running 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Also again, space here is usually limited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makes local storage a great option for situations like: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User preferences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Something small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Something you’ll need every time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Or at launch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Something you’ll need quickly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Something only this device needs to know about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Sensitive data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Local Storage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While local storage on a device may be small, users may have connected an external storage device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An SD card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would allow you to store something larger than what can fit within the limited space the OS will give you but you can’t be sure it will be there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exact location of where in the file system your data will be saved can vary by device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Even on the same platform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Therefore, don’t ever try to hard code file paths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nice thing about local storage is that it is fast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Always worth considering if you have data to store that fits this use case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Storage - Android Details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Android has three types of local storage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App Specific Storage - Small space intended for data only relevant to your app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Cache - An even smaller storage space </a:t>
            </a:r>
            <a:r>
              <a:rPr lang="en"/>
              <a:t>intended</a:t>
            </a:r>
            <a:r>
              <a:rPr lang="en"/>
              <a:t> for quick temporary storage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Android deletes this periodically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Preferences - A map of key value pairs for app specific preferences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No permissions needed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Deleted when app is uninstalled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is also the Storage Access Framework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allows the user to pick where the file will be stored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It actually pulls up a view for them to </a:t>
            </a:r>
            <a:r>
              <a:rPr lang="en"/>
              <a:t>navigate</a:t>
            </a:r>
            <a:r>
              <a:rPr lang="en"/>
              <a:t> through the file system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intended for larger documents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These persist after the app is uninstalled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Storage - iOS Details</a:t>
            </a:r>
            <a:endParaRPr/>
          </a:p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iOS is much more constrained than Android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cannot access any files anywhere on the device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 few public APIs may let you around this (ie. contacts)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 your app is installed, it creates a sandbox directory to which your app has full read/write permissions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Your sandbox will come with a set of containers which have different permissions and are meant for different types of files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Bundle Container - Contains the app bundle (unwritable, readable)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iCloud Container - Holds data </a:t>
            </a:r>
            <a:r>
              <a:rPr lang="en"/>
              <a:t>synched</a:t>
            </a:r>
            <a:r>
              <a:rPr lang="en"/>
              <a:t> to the cloud (read, write)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More on this in a minute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 Container - Main place to store data, has a Documents folder for user generated files, a Library folder for app files, and Temp which is cleaned by the system when the app is not running (read, write)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Remote Storage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Remote Storage?</a:t>
            </a:r>
            <a:endParaRPr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Remote storage is any data saved on a different device than the one that the app is running 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Often this means that the data is in the cloud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Most of the time, remote storage will be significantly larger than local options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makes remote storage popular and allows you to save a lot of data from your app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Another benefit of remote storage is that if your user logs in (or you have some other way of determining a users identity) then you can give them access to their data, no matter which device they are using your app 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is more complicated to set up, since you need to get the networking </a:t>
            </a:r>
            <a:r>
              <a:rPr lang="en"/>
              <a:t>functioning</a:t>
            </a:r>
            <a:r>
              <a:rPr lang="en"/>
              <a:t> and have somewhere you can store the data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also have bigger security concerns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Remote Storage?</a:t>
            </a:r>
            <a:endParaRPr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a couple of problems with remote storage that mean it is not always the best option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example, security as previously mentioned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 also there is one major disadvantage to using remote storage… you absolutely have to have a network connection!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Users without access to the internet will not be able to use your app until they get internet access again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Another disadvantage is that you won’t have access to remote storage as your app is starting up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If you have something you need before even your first View is displayed, store it locally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Local VS Remote Storage</a:t>
            </a:r>
            <a:endParaRPr/>
          </a:p>
        </p:txBody>
      </p:sp>
      <p:sp>
        <p:nvSpPr>
          <p:cNvPr id="193" name="Google Shape;193;p2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 - We will look at how to do this in code!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