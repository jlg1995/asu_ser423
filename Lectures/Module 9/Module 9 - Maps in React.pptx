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f5706ff1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f5706ff1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f5706ff1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f5706ff1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5f5706ff1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5f5706ff1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5f5706ff1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5f5706ff1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f5706ff1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f5706ff1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f5706ff1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5f5706ff1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9: Maps in React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Last time we talked about how both Android and iOS handle location and maps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Our focus now is on how react abstracts those methods to create a bridge that works for both platforms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There are no platform specific flags or anything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will still need to setup permission to use location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this time we can do it within our code itself instead of a setting type of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operations, both getting permission and getting the location, are done asynchronously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location call may require a network call which is why it needs to be asynchronous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permissions call might seem an odd choice to make asynchronous, but because we are doing it at run time we need to make a request and the device needs to process 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 always, we don’t want to hang the UI waiting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Setup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should request location permission as soon as we can, so we do this within </a:t>
            </a:r>
            <a:r>
              <a:rPr i="1" lang="en"/>
              <a:t>componentDidMount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use the expo Permissions package to make our request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need to use Permissions.LOCATION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response to this request will have a </a:t>
            </a:r>
            <a:r>
              <a:rPr i="1" lang="en"/>
              <a:t>status</a:t>
            </a:r>
            <a:r>
              <a:rPr lang="en"/>
              <a:t> variable we can check to see if the request was successful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the status is “granted” we can proceed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then use the expo Location package to find the location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Once we have it we can store it in state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By putting this in </a:t>
            </a:r>
            <a:r>
              <a:rPr i="1" lang="en"/>
              <a:t>componentDidMount</a:t>
            </a:r>
            <a:r>
              <a:rPr lang="en"/>
              <a:t> the location will update every time that it mounts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would have to move this if we want more real time updates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the Location and Map Itself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location object will have several properties you can use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Of particular interest to us is the </a:t>
            </a:r>
            <a:r>
              <a:rPr i="1" lang="en"/>
              <a:t>coords</a:t>
            </a:r>
            <a:r>
              <a:rPr lang="en"/>
              <a:t> property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itself has both a latitude and longitude property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map will take these properties in order to know where to display the initial region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It will also take a delta for both of these properties to define how far zoomed in it 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map itself is a MapView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MapView takes an initial region property which is the above latitude and longitude information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display a particular spot on the map, we use a Marker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Within our MapView we can define a MapView.Marker element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takes a coordinate property, a title to display, a description to show, and an image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Permissions and Location Polling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713" y="1307850"/>
            <a:ext cx="6380575" cy="35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Rendering the Map and a Marker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4125" y="1307850"/>
            <a:ext cx="3755741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 for Maps in React</a:t>
            </a:r>
            <a:endParaRPr/>
          </a:p>
        </p:txBody>
      </p:sp>
      <p:sp>
        <p:nvSpPr>
          <p:cNvPr id="171" name="Google Shape;171;p19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 for Module 9!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