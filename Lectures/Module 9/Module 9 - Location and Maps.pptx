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b35c025e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b35c025e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b35c025e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b35c025e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b35c025e9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b35c025e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b35c025e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b35c025e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b35c025e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b35c025e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5b35c025e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5b35c025e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5b35c025e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5b35c025e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5b35c025e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5b35c025e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b35c025e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5b35c025e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5b35c025e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5b35c025e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5b35c025e9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5b35c025e9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5b35c025e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5b35c025e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5b35c025e9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5b35c025e9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5b35c025e9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5b35c025e9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5b35c025e9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5b35c025e9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9: Location and Maps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Using the User’s location is a common feature in mobile applications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While the use of it can be </a:t>
            </a:r>
            <a:r>
              <a:rPr lang="en"/>
              <a:t>controversial, it can be used to enhance the User’s experience with your app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One of the most common reasons for using the User’s location is to display where they are on a map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Even if we don’t display the map, we often check for points of interest around the User’s location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Examples would be gas stations, restaurants, Pokẻ Stops, etc.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we’re not looking at the area, or just showing the User where they are, why are we looking at their location?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Android and iOS both handle location and mapping a little differently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Location in Android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Permissions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Android asks you to put your app into one of two categories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Foreground - This is for making </a:t>
            </a:r>
            <a:r>
              <a:rPr lang="en"/>
              <a:t>sporadic</a:t>
            </a:r>
            <a:r>
              <a:rPr lang="en"/>
              <a:t> use of location, either only a single time or for a set period of time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Background - This is when your app will </a:t>
            </a:r>
            <a:r>
              <a:rPr lang="en"/>
              <a:t>continuously</a:t>
            </a:r>
            <a:r>
              <a:rPr lang="en"/>
              <a:t> use and/or share location information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Which you want will depend largely on whether you want real time updates or not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also need to specify which accuracy level you want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Approximate - This is a rough estimate of the User’s location to within about 1.2 square miles (or about 3 square km)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Precise - This provides a finer level of accuracy to within about 10 feet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Some devices can do even better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should not ask for more than you need on either of these, harder to convince people to allow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declare both of these in your Android Manifest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Manifest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8101" y="884950"/>
            <a:ext cx="5877701" cy="41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a Location Request</a:t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6675"/>
            <a:ext cx="8839200" cy="2010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the Response</a:t>
            </a:r>
            <a:endParaRPr/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" y="1307850"/>
            <a:ext cx="849630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a Map</a:t>
            </a:r>
            <a:endParaRPr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There’s the Maps SDK which contains several classes for managing the lifecycle and data of a map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main interface for setting up a map is: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GoogleMap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This connects to the Google Maps service, downloads and displays map tiles, displays controls like zoom in and out, and handles those controls all built in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SupportMapFragment - For managing the lifecycle of a GoogleMap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Fragments are basically mini-views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MapView - A view for handling the lifecycle of a GoogleMap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OnMapReadyCallback - An </a:t>
            </a:r>
            <a:r>
              <a:rPr lang="en"/>
              <a:t>interface</a:t>
            </a:r>
            <a:r>
              <a:rPr lang="en"/>
              <a:t> for handling events and User interaction with the GoogleMap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Your app must retrieve the GoogleMap object from a SupportMapFragment or MapView in order to use it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 Creation Example</a:t>
            </a:r>
            <a:endParaRPr/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1" y="1307850"/>
            <a:ext cx="7038900" cy="375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Markers</a:t>
            </a:r>
            <a:endParaRPr/>
          </a:p>
        </p:txBody>
      </p:sp>
      <p:pic>
        <p:nvPicPr>
          <p:cNvPr id="188" name="Google Shape;18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50" y="1309688"/>
            <a:ext cx="872490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Location in iOS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Permissions and APIs</a:t>
            </a:r>
            <a:endParaRPr/>
          </a:p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need permission to use location data here too so add it to your UIRequiredDeviceCapabilities key in your Info.plist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Apps get location data through multiple classes that are part of the iOS Core Location framework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getting the User’s current location, there are two services commonly used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Standard Location Service - Good for real time, shuts off if the app is killed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Significant Change Location Service - A good battery saving alternative if you don’t need good precision, continues even if app is killed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Regardless of which you use, you get the location from the Location Manager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manager will report updates to the </a:t>
            </a:r>
            <a:r>
              <a:rPr i="1" lang="en"/>
              <a:t>didUpdateLocations</a:t>
            </a:r>
            <a:r>
              <a:rPr lang="en"/>
              <a:t> method of the delegate when they become available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Update Example</a:t>
            </a:r>
            <a:endParaRPr/>
          </a:p>
        </p:txBody>
      </p:sp>
      <p:pic>
        <p:nvPicPr>
          <p:cNvPr id="205" name="Google Shape;20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13" y="1307850"/>
            <a:ext cx="7891782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iOS Maps</a:t>
            </a:r>
            <a:endParaRPr/>
          </a:p>
        </p:txBody>
      </p:sp>
      <p:sp>
        <p:nvSpPr>
          <p:cNvPr id="211" name="Google Shape;211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are a little more straightforward than Android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iOS you will want to use the MKMapView class to present map data in your app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Three steps: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Create an instance of the class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Initialize it with the </a:t>
            </a:r>
            <a:r>
              <a:rPr i="1" lang="en"/>
              <a:t>initWithFrame</a:t>
            </a:r>
            <a:r>
              <a:rPr lang="en"/>
              <a:t> method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This tells it where to start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You can also specify a region here to get a zoom level you want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Add it to the View </a:t>
            </a:r>
            <a:r>
              <a:rPr lang="en"/>
              <a:t>hierarchy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MKMapViewDelegate is what will respond to User interactions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You can use </a:t>
            </a:r>
            <a:r>
              <a:rPr i="1" lang="en"/>
              <a:t>this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Initiating the Map</a:t>
            </a:r>
            <a:endParaRPr/>
          </a:p>
        </p:txBody>
      </p:sp>
      <p:pic>
        <p:nvPicPr>
          <p:cNvPr id="217" name="Google Shape;2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213" y="1307850"/>
            <a:ext cx="7297580" cy="353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Location and Maps</a:t>
            </a:r>
            <a:endParaRPr/>
          </a:p>
        </p:txBody>
      </p:sp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 - Maps in React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