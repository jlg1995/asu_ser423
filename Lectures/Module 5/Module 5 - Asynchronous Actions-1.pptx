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6a099530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6a099530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6a099530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6a099530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6a099530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6a099530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6a099530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6a099530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6a099530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6a099530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6a099530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6a099530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0731a77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0731a77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0731a77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0731a77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0731a77d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30731a77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0731a77d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0731a77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56a099530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56a099530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5: Asynchronous Actions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statements within a program are executed synchronously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means that they run sequentially and a given step cannot start until the previous one finishes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separate from context switching within the </a:t>
            </a:r>
            <a:r>
              <a:rPr lang="en"/>
              <a:t>processor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Each program is an individual process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we run into problems is if we have a bottleneck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 step that takes notably longer to complete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the entire process is synchronous, we have to wait for that longer step to finish before we can start the next step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can make the program appear to hang or freeze while we wait for that step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we can make that step run in </a:t>
            </a:r>
            <a:r>
              <a:rPr lang="en"/>
              <a:t>parallel, we can avoid holding up the entire program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Asynchronous Process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asynchronous process?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asynchronous process is one that executes alongside the main program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You’ve probably heard of this, or at least seen it before as Threading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By delegating a task to another thread, it can be completed while the main thread continues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Essentially, this removes the previous problem of the program not being able to continue while it waits for a given step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 the main thread, there is a step to start the asynchronous process, then the next step starts immediately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the asynchronous process completes, it will use a call back function to alert the main thread that it has completed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of This Process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363" y="1307850"/>
            <a:ext cx="55911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947763" y="4738850"/>
            <a:ext cx="573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From: https://medium.com/from-the-scratch/wtf-is-synchronous-and-asynchronous-1a75afd039df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would we use this?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Take a moment to think about this process and why we would use it. Try to write down two or three reasons to use it.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 to use an Asynchronous Process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several places where using an asynchronous process is a good idea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Again, it’s any situation where we do not want the entire program to be held up by one long step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what are some examples of where we would use this?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Retrieving</a:t>
            </a:r>
            <a:r>
              <a:rPr lang="en"/>
              <a:t> data from the web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Loading a (large) image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Searching a large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are some of the most common examples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 are plenty of others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first one, </a:t>
            </a:r>
            <a:r>
              <a:rPr lang="en"/>
              <a:t>retrieving</a:t>
            </a:r>
            <a:r>
              <a:rPr lang="en"/>
              <a:t> data from the web, is common enough that we will have an entire Module on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Network connectivity might be limited, results could take awhile to return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Often do we use these?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Asynchronous processes are actually extremely common in mobile development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Both Google and Apple have made it clear that the UI in an app should NEVER hang and appear unresponsive for any reason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Since the UI always executes on the main thread, we want to off load heavy tasks to another thread to keep the main thread </a:t>
            </a:r>
            <a:r>
              <a:rPr lang="en"/>
              <a:t>lightweight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Android and iOS have several built in tools to help support using asynchronous tasks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of course has them as well and we’ll look at those next time.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also a deep matter of the JavaScript thread compared to the Native thread, but we’ll go in depth on that later as well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Old Android Example</a:t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863" y="1307850"/>
            <a:ext cx="5026269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Kotlin Example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900" y="1307850"/>
            <a:ext cx="6528200" cy="365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iOS Example</a:t>
            </a:r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551" y="1307850"/>
            <a:ext cx="4562800" cy="37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Intro to Asynchronous Actions</a:t>
            </a:r>
            <a:endParaRPr/>
          </a:p>
        </p:txBody>
      </p:sp>
      <p:sp>
        <p:nvSpPr>
          <p:cNvPr id="201" name="Google Shape;201;p2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How to do this in 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