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5c90f18d6f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5c90f18d6f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5c90f18d6f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15c90f18d6f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5c90f18d6f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5c90f18d6f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5c90f18d6f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5c90f18d6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5c90f18d6f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5c90f18d6f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3433d344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3433d344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3433d344a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3433d344a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5c90f18d6f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5c90f18d6f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5c90f18d6f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5c90f18d6f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5c90f18d6f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5c90f18d6f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5c90f18d6f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15c90f18d6f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5c90f18d6f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5c90f18d6f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3433d344a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3433d344a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15c90f18d6f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15c90f18d6f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 5: Starting Asynchronous Processes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 423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Declaring an Asynchronous Function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an Asynchronous Function</a:t>
            </a:r>
            <a:endParaRPr/>
          </a:p>
        </p:txBody>
      </p:sp>
      <p:sp>
        <p:nvSpPr>
          <p:cNvPr id="146" name="Google Shape;146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can make pretty much any function execute </a:t>
            </a:r>
            <a:r>
              <a:rPr lang="en"/>
              <a:t>asynchronously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Obviously, you should only do it if it makes sense to do so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need to use the async keyword to declare our function as asynchronous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By marking the function with await, it means the function will return a promise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promise is an object that represents the eventual result of an async operation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It is an object with callbacks attached to it, instead of you passing callbacks to the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allows for more clear design with the callback function setup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promise will take both a success and a failure callback using the </a:t>
            </a:r>
            <a:r>
              <a:rPr i="1" lang="en"/>
              <a:t>then</a:t>
            </a:r>
            <a:r>
              <a:rPr lang="en"/>
              <a:t> method on the object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Promises</a:t>
            </a:r>
            <a:endParaRPr/>
          </a:p>
        </p:txBody>
      </p:sp>
      <p:pic>
        <p:nvPicPr>
          <p:cNvPr id="152" name="Google Shape;15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07850"/>
            <a:ext cx="8839201" cy="32428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Arrow Functions</a:t>
            </a:r>
            <a:endParaRPr/>
          </a:p>
        </p:txBody>
      </p:sp>
      <p:sp>
        <p:nvSpPr>
          <p:cNvPr id="158" name="Google Shape;158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Quick aside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These are limited compact alternatives to normal function definitions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These are the same idea as lambdas or </a:t>
            </a:r>
            <a:r>
              <a:rPr lang="en"/>
              <a:t>anonymous functions</a:t>
            </a:r>
            <a:r>
              <a:rPr lang="en"/>
              <a:t> that you might already be familiar with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create a nameless function possibly with parameters and define a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returned value is either used or stored right away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 discuss this here because many async functions make use of arrow functions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includes examples from the book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Arrow Function</a:t>
            </a:r>
            <a:endParaRPr/>
          </a:p>
        </p:txBody>
      </p:sp>
      <p:pic>
        <p:nvPicPr>
          <p:cNvPr id="164" name="Google Shape;16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1288" y="1307850"/>
            <a:ext cx="4591325" cy="287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Promise</a:t>
            </a:r>
            <a:endParaRPr/>
          </a:p>
        </p:txBody>
      </p:sp>
      <p:pic>
        <p:nvPicPr>
          <p:cNvPr id="170" name="Google Shape;17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3338" y="1307850"/>
            <a:ext cx="4017322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Chaining Promises</a:t>
            </a:r>
            <a:endParaRPr/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8300" y="1307850"/>
            <a:ext cx="3727412" cy="35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Making an Actual Asynchronous Function</a:t>
            </a:r>
            <a:endParaRPr/>
          </a:p>
        </p:txBody>
      </p:sp>
      <p:sp>
        <p:nvSpPr>
          <p:cNvPr id="182" name="Google Shape;182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Let’s look at the actual function itself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 stated before, you can make most methods into an asynchronous one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Therefore the method is largely written as normal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 key difference is your use of an asynchronous step somewhere in the function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To mark a step as asynchronous, you use the </a:t>
            </a:r>
            <a:r>
              <a:rPr i="1" lang="en"/>
              <a:t>await</a:t>
            </a:r>
            <a:r>
              <a:rPr lang="en"/>
              <a:t> keyword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This is the keyword that starts an asynchronous action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While the </a:t>
            </a:r>
            <a:r>
              <a:rPr i="1" lang="en"/>
              <a:t>async</a:t>
            </a:r>
            <a:r>
              <a:rPr lang="en"/>
              <a:t> keyword denotes that your function returns a promise, </a:t>
            </a:r>
            <a:r>
              <a:rPr i="1" lang="en"/>
              <a:t>await</a:t>
            </a:r>
            <a:r>
              <a:rPr lang="en"/>
              <a:t> makes the function wait for a promise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function will pause at this step until the async process completes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Successfully or not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rest of the function will then continue as normal until the end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Note: Many functions you will want to call </a:t>
            </a:r>
            <a:r>
              <a:rPr i="1" lang="en"/>
              <a:t>await</a:t>
            </a:r>
            <a:r>
              <a:rPr lang="en"/>
              <a:t> on throw exceptions so be </a:t>
            </a:r>
            <a:r>
              <a:rPr lang="en"/>
              <a:t>prepared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Setup</a:t>
            </a:r>
            <a:endParaRPr/>
          </a:p>
        </p:txBody>
      </p:sp>
      <p:pic>
        <p:nvPicPr>
          <p:cNvPr id="188" name="Google Shape;18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6475" y="1307850"/>
            <a:ext cx="3040950" cy="313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Render Setup</a:t>
            </a:r>
            <a:endParaRPr/>
          </a:p>
        </p:txBody>
      </p:sp>
      <p:pic>
        <p:nvPicPr>
          <p:cNvPr id="194" name="Google Shape;19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0688" y="1307850"/>
            <a:ext cx="4642626" cy="38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Actual Asynchronous Function</a:t>
            </a:r>
            <a:endParaRPr/>
          </a:p>
        </p:txBody>
      </p:sp>
      <p:pic>
        <p:nvPicPr>
          <p:cNvPr id="200" name="Google Shape;20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525" y="1307850"/>
            <a:ext cx="7930950" cy="271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Example</a:t>
            </a:r>
            <a:endParaRPr/>
          </a:p>
        </p:txBody>
      </p:sp>
      <p:pic>
        <p:nvPicPr>
          <p:cNvPr id="206" name="Google Shape;20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938" y="1307850"/>
            <a:ext cx="7102125" cy="313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Another Example</a:t>
            </a:r>
            <a:endParaRPr/>
          </a:p>
        </p:txBody>
      </p:sp>
      <p:pic>
        <p:nvPicPr>
          <p:cNvPr id="212" name="Google Shape;21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7075" y="874600"/>
            <a:ext cx="2509857" cy="426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 of Starting Asynchronous Actions</a:t>
            </a:r>
            <a:endParaRPr/>
          </a:p>
        </p:txBody>
      </p:sp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That’s all for Module 5!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