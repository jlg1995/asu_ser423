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c08d2819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c08d2819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c08d2819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c08d2819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5c08d2819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5c08d2819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5c08d2819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5c08d2819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c08d2819a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5c08d2819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5c08d2819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5c08d2819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5c08d2819a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5c08d2819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5c08d2819a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5c08d2819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11: Redux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Redux?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 far, we have been tracking the state of our app fairly easily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 of the apps we’ve built have used only one component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Therefore the state can be a single object we hold within that component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Where we start to have problems is when we have a very large app, likely with a large number of components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can become difficult to share the state easily </a:t>
            </a:r>
            <a:r>
              <a:rPr lang="en"/>
              <a:t>across all of these components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Yes, you can pass it around as a parameter, but you need to be careful to make sure that the most recent updates are included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Redux seeks to fix this by providing an overall state for the entire app that components can reference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likely overkill for the apps we’ll be building, but overall app state is an important thing to be able to manage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Let’s first take a quick look at how both platforms manage the overall state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the State in Android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Managing the app state is a big problem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State tends to be tracked at an Activity level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the Activity ends, the state is lost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Often, making configuration changes also kills the Activity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need to make use of the lifecycle to try and push information to some static store so that the data is not lost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Currently, Android does not provide a built in way to do this!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lot of developers write their own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some libraries that you can use, such as RxJava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the State in iOS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iOS has many of the same problems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Race conditions for making changes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Also, Objective-C dynamic typing makes changes riskier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iOS also does not have any one single solution to this problem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Though it does have ReSwift, based on Redux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however a few techniques you can use to implement your own solution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Delegate - Probably the most popular pattern, have a delegate interface which the callback class implements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Closure - A technique in Swift where you essentially pass a </a:t>
            </a:r>
            <a:r>
              <a:rPr lang="en"/>
              <a:t>function</a:t>
            </a:r>
            <a:r>
              <a:rPr lang="en"/>
              <a:t> definition for it to run when it is finished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Promise - Like with async functions we could build a Promise that the caller can wait 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the State with Redux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you might have guessed, managing the state of the app as a whole is not easy in either Android or iOS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It’s not easy in regular react either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It has a lot of the same issues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the Redux library allow us to handle this pretty easily on both platforms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Note that Redux does not come standard with react so you will have to download it first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book has directions for this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Redux has a single </a:t>
            </a:r>
            <a:r>
              <a:rPr i="1" lang="en"/>
              <a:t>store</a:t>
            </a:r>
            <a:r>
              <a:rPr lang="en"/>
              <a:t> which is essentially the state object for the entire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Single components then essentially make requests to either GET or POST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Note that while this manages the state while the app is running, the store is not </a:t>
            </a:r>
            <a:r>
              <a:rPr lang="en"/>
              <a:t>persistent</a:t>
            </a:r>
            <a:r>
              <a:rPr lang="en"/>
              <a:t> across multiple uses of the app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will need another library, such as redux-persist, to make changes persist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Redux Actions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Actions are just normal objects that you will use to send data to the store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They contain the payload of information to be sent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the only way for components to interact with the store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Functions that return actions are called Action Creators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All actions have a type property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define this yourself, it is just for making clear what this action 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then, usually, have a payload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the data you are passing to the store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payloads are again just basic objects, they just hold the data you need to send to the store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Actions are for both sending and receiving data to and from the store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Redux Reducers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have these actions, but how exactly these actions affect the store has not been defined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That’s what Reducers are for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That is, they define how actions affect the store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reducer is a function that is defined alongside its own state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reducer then takes an action as a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will then do an if/else statement or switch on the action’s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Having decided what type of action it was given, the reducer can now make the appropriate changes to the local state and return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new state will get used to modify the store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Actual Store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Finally, we take a look at how the store itself looks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holds the entire app state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get the state at any time by calling getState() on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One thing it allows you to do is have functions subscribe to changes in the state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Call subscribe on the object and pass a callback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allows you to update anytime there’s a change in the store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Even if this component is not in focus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also unregister the callback if you no longer want to be notified of updates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Finally, the store itself allows you to dispatch actions to actually make changes to the store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Redux</a:t>
            </a:r>
            <a:endParaRPr/>
          </a:p>
        </p:txBody>
      </p:sp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Building a Redux Store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