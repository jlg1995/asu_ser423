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fabeeae7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fabeeae7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fabeeae7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fabeeae7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fabeeae7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5fabeeae7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5fabeeae7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5fabeeae7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fabeeae7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fabeeae7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11: Redux II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 time we look at the struggles we face when trying to store the state of the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then looked at all the pieces of how Redux works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time we are going to focus on the implementation of Redux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set of slides will mostly be breaking down code since we covered the high level discussion last time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There’s a lot to look at here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We’ll start with the Actions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look at the Reducers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 finally look at the actual store itself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the Actions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525" y="1307850"/>
            <a:ext cx="6212856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the Reducer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762" y="1307850"/>
            <a:ext cx="3224484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Actual Store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90" y="1307850"/>
            <a:ext cx="6673133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Redux II</a:t>
            </a:r>
            <a:endParaRPr/>
          </a:p>
        </p:txBody>
      </p:sp>
      <p:sp>
        <p:nvSpPr>
          <p:cNvPr id="165" name="Google Shape;165;p18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11!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