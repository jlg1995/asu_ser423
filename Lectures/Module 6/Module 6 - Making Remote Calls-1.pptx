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ce8ff57d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ce8ff57d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ce8ff57d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ce8ff57d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ce8ff57d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ce8ff57d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ce8ff57d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ce8ff57d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ce8ff57d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ce8ff57d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11a1ed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11a1ed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11a1ed5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11a1ed5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ce8ff57d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ce8ff57d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ce8ff57d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ce8ff57d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ce8ff57d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5ce8ff57d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11a1ed5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11a1ed5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5ce8ff57d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5ce8ff57d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6: Making Remote Calls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GET Request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discussed before, if we want to get data from a remote source, we will need to make a GET request for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build the request using the </a:t>
            </a:r>
            <a:r>
              <a:rPr i="1" lang="en"/>
              <a:t>fetch</a:t>
            </a:r>
            <a:r>
              <a:rPr lang="en"/>
              <a:t> function built into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takes two parameters: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First is the URL you are fetching from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second is an optional object which will allow us to set a number of parameters for the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a lot of possible options to specify in that object, but most of the time the default will 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Options of interest are: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</a:t>
            </a:r>
            <a:r>
              <a:rPr lang="en"/>
              <a:t>eaders - this is itself a list of suboptions that the call might require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</a:t>
            </a:r>
            <a:r>
              <a:rPr lang="en"/>
              <a:t>ody - the actual content being sent, this will usually hold your results in the response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option that is probably most important is the </a:t>
            </a:r>
            <a:r>
              <a:rPr i="1" lang="en"/>
              <a:t>method</a:t>
            </a:r>
            <a:r>
              <a:rPr lang="en"/>
              <a:t> option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GET, POST,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GET Request</a:t>
            </a:r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88" y="1307850"/>
            <a:ext cx="8686624" cy="26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the Response Object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response object you get back is the result from the remote server you made your call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several pieces of information within it that you might want depending on your situation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Response.status - This is the code for the response (ie. 200 for success)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Response.ok - This boolean is true if the status is a success code (200 - 299)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Be sure to check this before doing anything with the response!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Response.text - The body of the response in a text representation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can access the body directly, but it is a readable stream in that form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Response.json - The body parsed as JSON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Parameters to the Call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discussed last time, you might add query (or other) parameters to your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do this by adding a parameter to your request called </a:t>
            </a:r>
            <a:r>
              <a:rPr i="1" lang="en"/>
              <a:t>params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is covered more in a minute when we look at POST requests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also append the parameter directly as a string onto the URL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75" y="2706052"/>
            <a:ext cx="8107049" cy="17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Example</a:t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375" y="1307850"/>
            <a:ext cx="4973250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Warning - HTTP VS HTTPS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Android and iOS now block cleartext URLS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Cleartext being those that begin </a:t>
            </a:r>
            <a:r>
              <a:rPr lang="en"/>
              <a:t>with</a:t>
            </a:r>
            <a:r>
              <a:rPr lang="en"/>
              <a:t> HTTP and not HTTPS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iOS has a system called App Transport Security (ATS) which is what blocks the calls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can provide a whitelist of cleartext URLs if you know them ahead of time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can also disable ATS altogether - but if you want to put it on the Apple store, Apple requires a reasonable justification for disabling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does not give a </a:t>
            </a:r>
            <a:r>
              <a:rPr lang="en"/>
              <a:t>formal name to this system, but you can enable cleartext URLs if you need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 android:usesCleartextTraffic</a:t>
            </a: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 to your manifest file.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At the end of the day - most websites use HTTPS now so it should not be much of an issue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But we wanted to point this out here just in case you end up running into it on your own</a:t>
            </a:r>
            <a:endParaRPr sz="12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POST Request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POST Call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use </a:t>
            </a:r>
            <a:r>
              <a:rPr i="1" lang="en"/>
              <a:t>fetch</a:t>
            </a:r>
            <a:r>
              <a:rPr lang="en"/>
              <a:t> again for this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there is a package called axios that is very popular for managing remote calls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build your request like you did with a GET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key difference though is that now you must provide the data to be POSTed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First, add a header and within the header add a parameter for the content-type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</a:t>
            </a:r>
            <a:r>
              <a:rPr lang="en"/>
              <a:t>e. application/json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Then, outside the header, add a params parameter, which itself lists the data you want to POST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then post this either with </a:t>
            </a:r>
            <a:r>
              <a:rPr i="1" lang="en"/>
              <a:t>fetch</a:t>
            </a:r>
            <a:r>
              <a:rPr lang="en"/>
              <a:t> or axios as the book does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the POST Call</a:t>
            </a:r>
            <a:endParaRPr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650" y="1307850"/>
            <a:ext cx="4886695" cy="36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POST Example</a:t>
            </a:r>
            <a:endParaRPr/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113" y="1307850"/>
            <a:ext cx="4551782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Making Remote Calls</a:t>
            </a:r>
            <a:endParaRPr/>
          </a:p>
        </p:txBody>
      </p:sp>
      <p:sp>
        <p:nvSpPr>
          <p:cNvPr id="206" name="Google Shape;206;p2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