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3eda1d2a5d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3eda1d2a5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3eda1d2a5d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3eda1d2a5d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eda1d2a5d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eda1d2a5d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3eda1d2a5d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3eda1d2a5d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3eda1d2a5d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3eda1d2a5d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3eda1d2a5d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3eda1d2a5d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3eda1d2a5d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3eda1d2a5d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3eda1d2a5d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3eda1d2a5d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3eda1d2a5d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3eda1d2a5d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3eda1d2a5d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3eda1d2a5d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3eda1d2a5d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3eda1d2a5d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2: Life Cycles and Navigation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 423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of a Life Cycle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Defining a Life Cycle</a:t>
            </a:r>
            <a:endParaRPr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traditional </a:t>
            </a:r>
            <a:r>
              <a:rPr lang="en"/>
              <a:t>definition</a:t>
            </a:r>
            <a:r>
              <a:rPr lang="en"/>
              <a:t> of a program </a:t>
            </a:r>
            <a:r>
              <a:rPr lang="en"/>
              <a:t>life cycle</a:t>
            </a:r>
            <a:r>
              <a:rPr lang="en"/>
              <a:t> includes the development of that application. We are concerned only with the execution of the application.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Take a moment to think about the life cycle of a program built for regular desktops. Write down what you would consider the key steps in the life cycle of a program during runtime.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Lifecycle Steps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answers might look something like these: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Loaded into memory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Initialization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Main Loop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Clean Up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These Steps Relate to Mobile Life Cycles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general sequence of events still occurs for mobile apps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However, when we talk about life cycles in the context of mobile development we are usually referring to a different set of steps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is a set of sub-steps that take place (usually during the Main Loop phase) that handle each individual view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is these life cycles that we usually refer to when speaking about mobile apps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can think of these almost as the life cycle of an individual thread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To be clear, these are not specifically </a:t>
            </a:r>
            <a:r>
              <a:rPr lang="en"/>
              <a:t>separate</a:t>
            </a:r>
            <a:r>
              <a:rPr lang="en"/>
              <a:t> threads but the idea of a life cycle within the larger one can be </a:t>
            </a:r>
            <a:r>
              <a:rPr lang="en"/>
              <a:t>applied here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Life Cycles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Activity Life Cycle</a:t>
            </a:r>
            <a:endParaRPr/>
          </a:p>
        </p:txBody>
      </p:sp>
      <p:sp>
        <p:nvSpPr>
          <p:cNvPr id="169" name="Google Shape;169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“An activity is a single, focused thing that the user can do. Almost all activities interact with the user, so the Activity class takes care of creating a window for you in which you can place your UI with </a:t>
            </a:r>
            <a:r>
              <a:rPr i="1" lang="en"/>
              <a:t>setContentView(View)</a:t>
            </a:r>
            <a:r>
              <a:rPr lang="en"/>
              <a:t>.” </a:t>
            </a:r>
            <a:r>
              <a:rPr lang="en" sz="600"/>
              <a:t>[1]</a:t>
            </a:r>
            <a:endParaRPr sz="6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Activity and View sometimes get used </a:t>
            </a:r>
            <a:r>
              <a:rPr lang="en"/>
              <a:t>interchangeably</a:t>
            </a:r>
            <a:r>
              <a:rPr lang="en"/>
              <a:t> but that is not really correct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Activities</a:t>
            </a:r>
            <a:r>
              <a:rPr lang="en"/>
              <a:t> are better understood as the Controller for a given View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life cycle of an Activity is directly tied to how and where much of the logic is implemented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Since Activities are strongly tied to Views your app likely has several </a:t>
            </a:r>
            <a:r>
              <a:rPr lang="en"/>
              <a:t>activities</a:t>
            </a:r>
            <a:r>
              <a:rPr lang="en"/>
              <a:t> in it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Leveraging these will be important to moving between Views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1297500" y="4699825"/>
            <a:ext cx="6508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ato"/>
              <a:buAutoNum type="arabicPeriod"/>
            </a:pPr>
            <a:r>
              <a:rPr lang="en" sz="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https://developer.android.com/reference/android/app/Activity</a:t>
            </a:r>
            <a:endParaRPr sz="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 of an Activity Life Cycle</a:t>
            </a:r>
            <a:endParaRPr/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5963" y="1307850"/>
            <a:ext cx="2732015" cy="3530850"/>
          </a:xfrm>
          <a:prstGeom prst="rect">
            <a:avLst/>
          </a:prstGeom>
          <a:noFill/>
          <a:ln>
            <a:noFill/>
          </a:ln>
          <a:effectLst>
            <a:outerShdw rotWithShape="0" algn="bl">
              <a:schemeClr val="lt1"/>
            </a:outerShdw>
          </a:effectLst>
        </p:spPr>
      </p:pic>
      <p:sp>
        <p:nvSpPr>
          <p:cNvPr id="177" name="Google Shape;177;p20"/>
          <p:cNvSpPr txBox="1"/>
          <p:nvPr/>
        </p:nvSpPr>
        <p:spPr>
          <a:xfrm>
            <a:off x="2810325" y="4866600"/>
            <a:ext cx="300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From: https://developer.android.com/guide/components/activities/activity-lifecycle</a:t>
            </a:r>
            <a:endParaRPr sz="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iOS Life Cycles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UIApplication, App Delegate, and UIViewController</a:t>
            </a:r>
            <a:endParaRPr/>
          </a:p>
        </p:txBody>
      </p:sp>
      <p:sp>
        <p:nvSpPr>
          <p:cNvPr id="188" name="Google Shape;188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iOS, the UIApplication object handles many of the high level app behaviors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includes scheduling, to and from the foreground and background, and creation and destruction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short, it manages the apps overall life cycle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App Delegate objects are the focus of initialization and state transitions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UIViewController is the base class for View Controllers and provides for loading and rotating Views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To compare back to Android, the UIViewController and App Delegate split the functionality of an Activity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 of View Controller Transitions</a:t>
            </a:r>
            <a:endParaRPr/>
          </a:p>
        </p:txBody>
      </p:sp>
      <p:pic>
        <p:nvPicPr>
          <p:cNvPr id="194" name="Google Shape;19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3088" y="1307850"/>
            <a:ext cx="5197831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Android and iOS Life Cycles</a:t>
            </a:r>
            <a:endParaRPr/>
          </a:p>
        </p:txBody>
      </p:sp>
      <p:sp>
        <p:nvSpPr>
          <p:cNvPr id="200" name="Google Shape;200;p24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time - Moving Between Views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