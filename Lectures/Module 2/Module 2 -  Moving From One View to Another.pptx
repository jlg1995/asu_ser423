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434982ad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434982ad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434982ad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434982ad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434982ad1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434982ad1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5434982ad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5434982ad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5434982ad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5434982ad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5434982ad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5434982ad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5434982ad1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5434982ad1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5434982ad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5434982ad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5434982ad1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15434982ad1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5434982ad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15434982ad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2: Moving From One View to Another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Need to Switch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discussed, an app consists of Views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Simple apps can all be fit on one 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However, the need quickly arises to have multiple Views if you have an app with any level of complexity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switch between Views by making use of the app lifecycle methods we discussed last time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React provides multiple ways of switching between Views, which provides an abstraction layer on top of these methods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will eventually work directly with the lifecycle methods, but for now we can use these abstractions to get started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 Navigator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the Tab Navigator</a:t>
            </a:r>
            <a:endParaRPr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TabNavigator is an API within react-navigation that you can import into your file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allows you to create a series of tabs that the User can switch between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are essentially a series of buttons that you can respond to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TabBarBottom makes this series of tabs appear along the bottom of the screen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There are others you can import instead if you want your bar of tabs somewhere else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Each View you want to display will need to be defined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is usually done in a separate file and imported 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Views will extend React.component as usual and at least have a render function that returns a View as normal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Simple View for Display</a:t>
            </a:r>
            <a:endParaRPr/>
          </a:p>
        </p:txBody>
      </p:sp>
      <p:pic>
        <p:nvPicPr>
          <p:cNvPr id="163" name="Google Shape;16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4625" y="1471613"/>
            <a:ext cx="3714750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Our Tab Navigation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order to set the </a:t>
            </a:r>
            <a:r>
              <a:rPr lang="en"/>
              <a:t>navigation</a:t>
            </a:r>
            <a:r>
              <a:rPr lang="en"/>
              <a:t> up, we first need to define the different Views that can be shown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do this by making a RouteConfig object within our TabNavigator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a map, where each key is some name you’ve defined for each 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Under each key you store a single </a:t>
            </a:r>
            <a:r>
              <a:rPr i="1" lang="en"/>
              <a:t>screen</a:t>
            </a:r>
            <a:r>
              <a:rPr lang="en"/>
              <a:t> value, which is the View you’ve imported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then need to define the navigationOptions property of the TabNavigatorConfig object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should be dynamic to handle each different View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all probably sounds like a lot, but once we take a look at it all of these pieces should fall into place easier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RouteConfig Object</a:t>
            </a:r>
            <a:endParaRPr/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1875" y="1500188"/>
            <a:ext cx="2000250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NavigationOptions Property</a:t>
            </a:r>
            <a:endParaRPr/>
          </a:p>
        </p:txBody>
      </p:sp>
      <p:pic>
        <p:nvPicPr>
          <p:cNvPr id="181" name="Google Shape;1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7100" y="1307850"/>
            <a:ext cx="2689794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Continuing This Idea</a:t>
            </a:r>
            <a:endParaRPr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can then obviously continue this to add as many Views as we want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will eventually lead to running out of room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One of the things we will look at next time is buttons and lists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 apps don’t have a giant set of tabs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Buttons can be placed anywhere in the View and if you really need a long list of options, that’s what the lists are for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however does provide some very straightforward navigation and can easily be used for many of the sorts of apps we’ll be building in this class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Moving Between Views</a:t>
            </a:r>
            <a:endParaRPr/>
          </a:p>
        </p:txBody>
      </p:sp>
      <p:sp>
        <p:nvSpPr>
          <p:cNvPr id="193" name="Google Shape;193;p2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all for Module 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