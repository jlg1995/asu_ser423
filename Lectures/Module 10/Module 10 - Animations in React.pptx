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f78e2569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f78e2569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f78e2569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f78e2569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5f78e2569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5f78e2569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5f78e2569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5f78e2569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f78e2569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f78e2569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f78e2569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5f78e2569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f78e2569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5f78e2569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f78e2569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5f78e2569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10: Animations in React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Animations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Last time we looked at how both Android and iOS handle animations and some of the basic ways to make them happen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Because of the differences in the platforms, react has a challenge when it comes to making a single solution for both systems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Currently, animations are processed on the JavaScript thread, but they plan to move it to the native thread in the future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any case, they have promised to continue the current API so there will be no breaking changes as they make the move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current package to use is called Animated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There are of course others, but this is the one that comes with react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use another package called Easing to handle calculating movement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Simple Animation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first need to get Animated.Value() which will handle the animation values for each frame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should do this within componentWillMount to get it set up right away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then define a function to start the animation and call it from componentDidMount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are the two primary lifecycle hooks to use with animation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Within our function, we work with Animated.timing() to set up the animation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takes that animated value from before as well as our own parameters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Which we’ll look at in a moment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 we call start, which can take a callback function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Pass the same function in to create a looping animation!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in render we add an Animated.Image to our View and update it’s properties based on that animatedValue from before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Lifecycle Methods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400" y="1307850"/>
            <a:ext cx="6239200" cy="297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 with the Animated.Image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313" y="1307850"/>
            <a:ext cx="3533375" cy="35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Animation Function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350" y="1307850"/>
            <a:ext cx="4279300" cy="35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Showing Multiple Animations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Displaying multiple animations might seem tricky given that we have one shared animatedValue instance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 it is not too hard to set this up because we can reuse these values and just interpolate them for the multiple animations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Based upon other points (other animations) we can calculate where this animation should be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even use all of the same code we just looked 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we make a change is in render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animation function is running </a:t>
            </a:r>
            <a:r>
              <a:rPr lang="en"/>
              <a:t>continuously</a:t>
            </a:r>
            <a:r>
              <a:rPr lang="en"/>
              <a:t> since we started it in the lifecycle hook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All we do here is take the animatedValue and interpolate it for each animation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might sound complicated but animatedValue can do it for us!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then save the results of all of these an apply the proper one to each animation in the 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Updated Render</a:t>
            </a:r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375" y="1090900"/>
            <a:ext cx="3811250" cy="4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Animations in React</a:t>
            </a:r>
            <a:endParaRPr/>
          </a:p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10!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