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f78e2957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f78e2957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f78e2957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f78e2957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f78e2957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f78e2957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f78e2957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f78e2957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f78e2957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f78e2957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f78e2957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f78e2957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f78e2957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f78e2957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5f78e2957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5f78e2957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f78e2957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f78e2957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f78e2957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f78e2957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f78e2957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5f78e2957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5f78e2957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5f78e2957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5f78e2957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5f78e2957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5f78e2957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5f78e2957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5f78e2957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5f78e2957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5f78e2957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5f78e2957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10: Animations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Animations can be a nice way to add a little extra flair to your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apps have a small baseline of minor animations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Keep in mind that by animations, we can mean very simple things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Fading in or out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Sliding to the left or right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Highting an 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Etc.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Overall, for most cases animations are not required, but provide a better user experience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Items are either easier to notice, or changes are less jarring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We’ll look at some of the ways both platforms handle </a:t>
            </a:r>
            <a:r>
              <a:rPr lang="en"/>
              <a:t>animating elements of a 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Animations in Android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Tween Animation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one of the most basic ways to animate elements in Android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actual code to run the animation is simple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just need to load the animation with AnimationUtils.loadAnimation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 have an ImageView and call startAnimation on it and pass in the animation object created in the previous step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Animation has methods for start, setting the duration, </a:t>
            </a:r>
            <a:r>
              <a:rPr lang="en"/>
              <a:t>ending</a:t>
            </a:r>
            <a:r>
              <a:rPr lang="en"/>
              <a:t>, and cancelling early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this gets tricky is that first step - we have to pass in a defined animation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have to define the animation in an XML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essentially have to define step by step what the animation will do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It’s not as tedious as you might think, but still a pain for longer or more detailed animations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Code for Tweening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6663"/>
            <a:ext cx="8839201" cy="1490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Animation Itself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325" y="1227450"/>
            <a:ext cx="5103249" cy="391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Animating Drawables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alternative that you might find easier to work with is using Drawables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let’s you specify a series of static images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are then displayed one at a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Moving between the images quickly creates the illusion of </a:t>
            </a:r>
            <a:r>
              <a:rPr lang="en"/>
              <a:t>movement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is how actual hand drawn animation works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still have to define the set of files within an XML sheet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now all we need to do is list out the file names, and how long each of those files should be shown for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 in the app itself, we load that as a resource and start playing when we want it 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Within the App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600" y="1307850"/>
            <a:ext cx="6136800" cy="355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XML File</a:t>
            </a:r>
            <a:endParaRPr/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88" y="1771013"/>
            <a:ext cx="8562226" cy="16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iOS Animations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Animations in UIView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UIView is the package that holds the </a:t>
            </a:r>
            <a:r>
              <a:rPr lang="en"/>
              <a:t>animation</a:t>
            </a:r>
            <a:r>
              <a:rPr lang="en"/>
              <a:t> logic in iOS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nice thing here is that some of the basic animations are built 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There’s no need to define some of them like you needed to in Android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starter, you need to define a constraint for the element you want to animate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do this in </a:t>
            </a:r>
            <a:r>
              <a:rPr i="1" lang="en"/>
              <a:t>viewWillAppear</a:t>
            </a:r>
            <a:r>
              <a:rPr lang="en"/>
              <a:t> (and you should!) this will move the element from its specified position to the one you define with the constraint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then modify </a:t>
            </a:r>
            <a:r>
              <a:rPr i="1" lang="en"/>
              <a:t>viewDidAppear</a:t>
            </a:r>
            <a:r>
              <a:rPr lang="en"/>
              <a:t> to remove the constraint and tell UIView to animate the element… if needed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layout knows where the element should be, but the constraint has moved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will snap to the right place, but you can provide a duration and it will smoothly animate it from its current position to the correct one over that duration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ViewWillAppear</a:t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60388"/>
            <a:ext cx="8839201" cy="1022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ViewDidAppear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5700"/>
            <a:ext cx="8839200" cy="163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Custom Animations</a:t>
            </a:r>
            <a:endParaRPr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 we can create basic movement animations using constraints but what about custom animations?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Well, UIView.animate has a lot of other optional parameters we can add to customize how the animation looks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of these parameters is to actually provide an animation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just need to provide a frame for the element that represents how it will look after the animation has finished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 create the element first, with its starting size and position, then add the frame here in the animation with the new size and position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also within the animation, it is good to provide a center point for the element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Basic Button Animation</a:t>
            </a:r>
            <a:endParaRPr/>
          </a:p>
        </p:txBody>
      </p:sp>
      <p:pic>
        <p:nvPicPr>
          <p:cNvPr id="217" name="Google Shape;2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6213"/>
            <a:ext cx="8839200" cy="16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More Complex Example</a:t>
            </a: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1338"/>
            <a:ext cx="8839198" cy="256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Animations</a:t>
            </a:r>
            <a:endParaRPr/>
          </a:p>
        </p:txBody>
      </p:sp>
      <p:sp>
        <p:nvSpPr>
          <p:cNvPr id="229" name="Google Shape;229;p29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Animations in React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