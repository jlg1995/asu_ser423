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d2d56f54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d2d56f54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d2d56f54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d2d56f54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d2d56f54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d2d56f54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d2d56f547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d2d56f54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d2d56f54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d2d56f54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d2d56f547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d2d56f54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5d2d56f54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5d2d56f54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d2d56f547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d2d56f547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5d2d56f54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5d2d56f54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d2d56f54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5d2d56f54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5d2d56f547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5d2d56f54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5d2d56f54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5d2d56f54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13: Performance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Considering Performance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 far we’ve been building our apps with little consideration for how anything we’re adding affects the app’s performance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time we’re going to take a bit of a step back and look at how we can improve our performance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Remember, fast performance is important in any piece of software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Users will almost always </a:t>
            </a:r>
            <a:r>
              <a:rPr lang="en"/>
              <a:t>prefer</a:t>
            </a:r>
            <a:r>
              <a:rPr lang="en"/>
              <a:t> performance over functionality and design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 mobile apps are no exception!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lot of these tips are applicable to all types of projects, not just mobile apps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may be familiar with a chunk of these already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So, this module will be shorter and more focused on providing tips and tricks for keeping performance optimal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Threads and the Bridge Between Them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React Native Exists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Originally, apps were made in entirely native 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Quickly, JavaScript became a popular way to try to build cross platform apps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these apps worked by wrapping a web app in a native container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Sure, this worked, but performance was pretty stinky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React Native was specifically designed to bridge the gap between JavaScript and native functionality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While your app is running, there are two threads running - the JavaScript thread and the native thread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of these are fast - but the native one is significantly faster than the JavaScript one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It has less overhead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Where you really lose performance is when you pass something from one of these threads to the other one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React Bridge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675" y="1307850"/>
            <a:ext cx="7316649" cy="27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is the Action?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Your react app is written in JavaScript, so most of what you write will get executed on the JavaScript thread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 again, the native thread is faster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why we are discussing this now, as we will take a look at building things directly in native code soon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Even with native code you will likely continue to build much, probably most, of your app in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Remember that the bridge is a performance bottleneck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Try to keep everything made in JavaScript to only be used there, and anything written in mative kept over there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 you might imagine, this defeats the purpose of writing both types - the key here is keep interaction to a minimum and only use the bridge when it is needed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example - Animations actually run better in the native thread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Improving Performance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Refresher - Run Times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should already be familiar with the idea of a run time for a function or algorithm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Essentially, we can calculate the average time it will take for an </a:t>
            </a:r>
            <a:r>
              <a:rPr lang="en"/>
              <a:t>algorithm</a:t>
            </a:r>
            <a:r>
              <a:rPr lang="en"/>
              <a:t> to run based on the number of elements it needs to consider (n)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higher the </a:t>
            </a:r>
            <a:r>
              <a:rPr lang="en"/>
              <a:t>multiplier on n the worse performance is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 O(n</a:t>
            </a:r>
            <a:r>
              <a:rPr baseline="30000" lang="en"/>
              <a:t>2</a:t>
            </a:r>
            <a:r>
              <a:rPr lang="en"/>
              <a:t>) (exponential) is worse than O(n) (linear)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want to have the least multiplier possible so that the total stays low even as n increases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ie. O(log(n)) which will quickly taper off to grow slowly even as n greatly increases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ideal situation is to achieve O(1) which is constant time where the size of n does not affect the running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General hint - Maps and Sets are your friend!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ListView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discussed lists and you have </a:t>
            </a:r>
            <a:r>
              <a:rPr lang="en"/>
              <a:t>likely</a:t>
            </a:r>
            <a:r>
              <a:rPr lang="en"/>
              <a:t> used them several times since then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there is a problem when we have a large list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items in the list scroll off the top, they are removed from the render tree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That’s good so that they do not display any longer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the references to them continue to exist in memory for as long as the component is mounted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Oops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means you get a memory leak type effect where performance will slowly decrease the longer the component with the list is mounted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is not an actual memory leak, it just acts similar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Can Change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ListView contains some </a:t>
            </a:r>
            <a:r>
              <a:rPr lang="en"/>
              <a:t>properties</a:t>
            </a:r>
            <a:r>
              <a:rPr lang="en"/>
              <a:t> we can set to try to help out on performance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initialListSize - How many items to display when it is first mounted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pageSize - How many items are displayed in the View at once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scrollRenderAheadDistance - How early to start rendering a row, even before it is visible, in pixels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removeClippedSubviews - A newer feature that tackles this problem head on by trimming unrendered Views on larger lists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The book warns that this is experimental, it no longer is. Other online documentation may be out of date as well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It is in fact now enabled by default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View for the individual rows have an overflow property which you can set to “hidden” to let it know to not render when going off the screen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removeClippedSubviews replies on this to know which Views to trim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Optimized ListView</a:t>
            </a:r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938" y="1307850"/>
            <a:ext cx="3916029" cy="383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Our Custom Components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a few things we can do or avoid that will help performance on any components that we write ourselves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Make sure everything in state is being used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Don’t </a:t>
            </a:r>
            <a:r>
              <a:rPr lang="en"/>
              <a:t>bloat</a:t>
            </a:r>
            <a:r>
              <a:rPr lang="en"/>
              <a:t> it for no reason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When state changes, it forces a re-render of the component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Check render for any calculations and try to cache and store results outside of render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Some calculations make sense to have in render (ie. size of something depending on orientation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Make use of lifecycle hooks!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Try to make a PureComponent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Extend the React.PureComponent base class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That class implements a </a:t>
            </a:r>
            <a:r>
              <a:rPr lang="en"/>
              <a:t>method called shouldComponentUpdate which stops it from rendering if there has been no change to state or props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Performance</a:t>
            </a:r>
            <a:endParaRPr/>
          </a:p>
        </p:txBody>
      </p:sp>
      <p:sp>
        <p:nvSpPr>
          <p:cNvPr id="205" name="Google Shape;205;p25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all for Module 13!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