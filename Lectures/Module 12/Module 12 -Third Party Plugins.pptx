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c7892b20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c7892b20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c7892b20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c7892b20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c7892b20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c7892b20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c7892b20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c7892b20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c7892b20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c7892b20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c7892b20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c7892b20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c7892b20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c7892b20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c7892b20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c7892b20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c7892b20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c7892b20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c7892b20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c7892b20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12: Third Party Plugins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 Party Plugins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far, all of our work has been written using the Expo framework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Remember, expo and react native are not the same!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is just a workflow and framework for developing react native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other workflows available that can do </a:t>
            </a:r>
            <a:r>
              <a:rPr lang="en"/>
              <a:t>things</a:t>
            </a:r>
            <a:r>
              <a:rPr lang="en"/>
              <a:t> that expo cannot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just use expo in this course because it is a popular choice and requires little background knowledge to pick 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other third party plugins can sometimes add great flexibility or customization to your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many plugins will work fine with expo, many others will not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to take a minute to look at what expo is and what it does and see why we may want to skip using expo in some circumstances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 Itself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Refresher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We’ve been using expo this whole time but haven’t spent a lot of time on what it actually 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mentioned before, it is a workflow for developing react native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important point there is that you use it to “develop react native apps”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expo itself is not react native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That’s a key concept - be careful not to confuse the two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 is Expo Doing?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provides several libraries and packages we can use within our react native app to make building certain features easier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Remember that react builds a bridge between Android and iOS native implementations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also does this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Though obviously it does a small portion of the work compared to react itself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we run into problems with react (or other cross platform solutions) is when the native implementations of a feature are so different it becomes difficult or impossible to build a single solution that can be easily exported to both platforms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forces us to make a decision between two possible ways we can handle this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VS Customizable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have to choose between whether we want to make something easy to build, or super flexible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more flexibility and power you want, the more you need to dive into native code in order to achieve what you are looking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going into native code is a complex process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We’ll have a whole module on this later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other route is to try to make development as smooth as possible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great thing about this is that it is much easier to get your app up and running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then you become more limited and some features are cut off because they would be too complex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takes the second route - it aims to make development easier at the cost of some flexibility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Lose?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Given the focus on streamlining development, expo costs us some features that would require native functionality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big area that loses a lot of options is in the UI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might be surprised by this given how flexible our UI abilities have been so far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many react libraries that provide increased UI capabilities have native components to them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Another examples include: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Having your app play sound even when </a:t>
            </a:r>
            <a:r>
              <a:rPr lang="en"/>
              <a:t>the app is in the background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Does the app need location services when in the background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Pure React Native and Considering Plugins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Pure React Native App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We’ve been creating our apps using </a:t>
            </a:r>
            <a:r>
              <a:rPr i="1" lang="en"/>
              <a:t>expo init app-name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makes them an expo app as the name implies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we are looking at doing something </a:t>
            </a:r>
            <a:r>
              <a:rPr lang="en"/>
              <a:t>incompatible</a:t>
            </a:r>
            <a:r>
              <a:rPr lang="en"/>
              <a:t> with expo we need to create a non-expo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might either be that you need functionality discussed previously, or you are using a plugin that is incompatible with expo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Dealbreaker - If the plugin setup requires the command </a:t>
            </a:r>
            <a:r>
              <a:rPr i="1" lang="en"/>
              <a:t>react-native link</a:t>
            </a:r>
            <a:r>
              <a:rPr lang="en"/>
              <a:t> it will not be </a:t>
            </a:r>
            <a:r>
              <a:rPr lang="en"/>
              <a:t>compatible</a:t>
            </a:r>
            <a:r>
              <a:rPr lang="en"/>
              <a:t> with expo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create an app without expo use the command </a:t>
            </a:r>
            <a:r>
              <a:rPr i="1" lang="en"/>
              <a:t>react-native init app-name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creates what is called a pure react native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will be harder to build in since you won’t have expo libraries or functionality, but any react plugin will now be </a:t>
            </a:r>
            <a:r>
              <a:rPr lang="en"/>
              <a:t>compatible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 you can imagine, some plugins will not be compatible with each other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Out of Expo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“Crud - I made an expo app and built it but now suddenly I realize that I need something </a:t>
            </a:r>
            <a:r>
              <a:rPr lang="en"/>
              <a:t>incompatible</a:t>
            </a:r>
            <a:r>
              <a:rPr lang="en"/>
              <a:t> with expo!”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Don’t panic - expo has your 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provides a way for you to export your project to a pure react native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the command </a:t>
            </a:r>
            <a:r>
              <a:rPr i="1" lang="en"/>
              <a:t>expo eject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will spend a few minutes to convert your project to a pure react native app as if you had created the project that way to begin with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tips: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Back up your project first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Test your project </a:t>
            </a:r>
            <a:r>
              <a:rPr lang="en"/>
              <a:t>immediately</a:t>
            </a:r>
            <a:r>
              <a:rPr lang="en"/>
              <a:t> afterwards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structure of your project may change significantly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process can take forever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Third Party Plugins</a:t>
            </a:r>
            <a:endParaRPr/>
          </a:p>
        </p:txBody>
      </p:sp>
      <p:sp>
        <p:nvSpPr>
          <p:cNvPr id="193" name="Google Shape;193;p2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We explore some plugins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