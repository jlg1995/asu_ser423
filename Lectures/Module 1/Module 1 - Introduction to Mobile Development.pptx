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e5ece3a6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e5ece3a6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e5ece3a6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e5ece3a6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e5ece3a6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e5ece3a6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e5ece3a6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e5ece3a6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e5ece3a6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e5ece3a6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e5ece3a6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e5ece3a6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e5ece3a6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e5ece3a6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e5ece3a6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e5ece3a6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e5ece3a6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e5ece3a6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e5ece3a6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e5ece3a6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e5ece3a6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3e5ece3a6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1: Introduction to Mobile Development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Concerns to Keep in Mind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some things that you would want to keep in mind while developing your mobile app compared to developing for a regular desktop or laptop?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Take a second to list a few things that come to mind.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Main Concerns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there are several things you should keep in mind, these three are the most important ones you will want to remember.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Limited Storage Space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Intensive Focus on UI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Different User Interaction Style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These Mean for You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Throughout this course we will cover all of these in detail, but for now make sure to keep these in mind.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 not download more than you need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Make use of remote storage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Think carefully and critically about how your UI is designed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Make sure to consider User Experience (UX)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threading delegate tasks that might take extra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and iOS Specific Development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Development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is owned by Google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Based on Linux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is Open Source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Primary development tool is Android Studio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Apps are built in Java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iOS Development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Owned by Apple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Based on OSX, which is based on a UNIX kernel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Closed Source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Primary development tool is XCode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Originally iOS apps were written in Objective-C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Now they are written in Swift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Workflow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VS Node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people confuse the two. While they are similar, there are some key differences between them.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libraries are written in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Node has been around a little longer (2009) but React has been around for almost as long (2013)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Node is very fast and great for data processing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allows for easy creation and maintenance of dynamic UIs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short - Node is for back end, React is for front 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will primarily use React, but some aspects of Node will be used as we tackle deeper problems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Expo Workflow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is a workflow for building and deploying React apps to emulators and physical devices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will use this for testing and demonstrating our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</a:t>
            </a:r>
            <a:r>
              <a:rPr lang="en"/>
              <a:t>redeployment</a:t>
            </a:r>
            <a:r>
              <a:rPr lang="en"/>
              <a:t> needed if you update it, the app will update in real time after you save your changes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book has instructions on how to set it 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Expo app on your phone is optional, but will allow you to test your apps directly on your phone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Mobile Application Concepts</a:t>
            </a:r>
            <a:endParaRPr/>
          </a:p>
        </p:txBody>
      </p:sp>
      <p:sp>
        <p:nvSpPr>
          <p:cNvPr id="198" name="Google Shape;198;p2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The MVC Pattern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